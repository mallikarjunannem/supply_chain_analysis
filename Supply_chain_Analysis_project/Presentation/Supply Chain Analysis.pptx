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3FEE90-3EF5-4EE4-9BA5-7E0014CBE45D}" v="1" dt="2025-11-28T08:47:35.9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nem Mallikarjuna" userId="cb7b183fc380c5d7" providerId="LiveId" clId="{BD9AC37F-37EB-4ADC-B318-5784C8CE745D}"/>
    <pc:docChg chg="custSel modSld">
      <pc:chgData name="Annem Mallikarjuna" userId="cb7b183fc380c5d7" providerId="LiveId" clId="{BD9AC37F-37EB-4ADC-B318-5784C8CE745D}" dt="2025-11-28T08:47:36.366" v="3" actId="27636"/>
      <pc:docMkLst>
        <pc:docMk/>
      </pc:docMkLst>
      <pc:sldChg chg="modSp mod">
        <pc:chgData name="Annem Mallikarjuna" userId="cb7b183fc380c5d7" providerId="LiveId" clId="{BD9AC37F-37EB-4ADC-B318-5784C8CE745D}" dt="2025-11-28T08:47:36.255" v="2" actId="27636"/>
        <pc:sldMkLst>
          <pc:docMk/>
          <pc:sldMk cId="2243613567" sldId="256"/>
        </pc:sldMkLst>
        <pc:spChg chg="mod">
          <ac:chgData name="Annem Mallikarjuna" userId="cb7b183fc380c5d7" providerId="LiveId" clId="{BD9AC37F-37EB-4ADC-B318-5784C8CE745D}" dt="2025-11-28T08:47:36.255" v="2" actId="27636"/>
          <ac:spMkLst>
            <pc:docMk/>
            <pc:sldMk cId="2243613567" sldId="256"/>
            <ac:spMk id="2" creationId="{C8083A34-E417-4A24-887B-E60F52158015}"/>
          </ac:spMkLst>
        </pc:spChg>
        <pc:spChg chg="mod">
          <ac:chgData name="Annem Mallikarjuna" userId="cb7b183fc380c5d7" providerId="LiveId" clId="{BD9AC37F-37EB-4ADC-B318-5784C8CE745D}" dt="2025-11-28T08:47:36.246" v="1" actId="27636"/>
          <ac:spMkLst>
            <pc:docMk/>
            <pc:sldMk cId="2243613567" sldId="256"/>
            <ac:spMk id="3" creationId="{24AE09A9-E9C8-90C9-F9F0-523D1323113A}"/>
          </ac:spMkLst>
        </pc:spChg>
      </pc:sldChg>
      <pc:sldChg chg="modSp">
        <pc:chgData name="Annem Mallikarjuna" userId="cb7b183fc380c5d7" providerId="LiveId" clId="{BD9AC37F-37EB-4ADC-B318-5784C8CE745D}" dt="2025-11-28T08:47:35.943" v="0"/>
        <pc:sldMkLst>
          <pc:docMk/>
          <pc:sldMk cId="3949406060" sldId="257"/>
        </pc:sldMkLst>
        <pc:spChg chg="mod">
          <ac:chgData name="Annem Mallikarjuna" userId="cb7b183fc380c5d7" providerId="LiveId" clId="{BD9AC37F-37EB-4ADC-B318-5784C8CE745D}" dt="2025-11-28T08:47:35.943" v="0"/>
          <ac:spMkLst>
            <pc:docMk/>
            <pc:sldMk cId="3949406060" sldId="257"/>
            <ac:spMk id="2" creationId="{6BE9B656-A53C-CF5E-C4ED-6B8386A635DF}"/>
          </ac:spMkLst>
        </pc:spChg>
        <pc:spChg chg="mod">
          <ac:chgData name="Annem Mallikarjuna" userId="cb7b183fc380c5d7" providerId="LiveId" clId="{BD9AC37F-37EB-4ADC-B318-5784C8CE745D}" dt="2025-11-28T08:47:35.943" v="0"/>
          <ac:spMkLst>
            <pc:docMk/>
            <pc:sldMk cId="3949406060" sldId="257"/>
            <ac:spMk id="3" creationId="{806107E7-5E2E-D269-FE25-07AFF70EEC9B}"/>
          </ac:spMkLst>
        </pc:spChg>
      </pc:sldChg>
      <pc:sldChg chg="modSp">
        <pc:chgData name="Annem Mallikarjuna" userId="cb7b183fc380c5d7" providerId="LiveId" clId="{BD9AC37F-37EB-4ADC-B318-5784C8CE745D}" dt="2025-11-28T08:47:35.943" v="0"/>
        <pc:sldMkLst>
          <pc:docMk/>
          <pc:sldMk cId="549091226" sldId="258"/>
        </pc:sldMkLst>
        <pc:spChg chg="mod">
          <ac:chgData name="Annem Mallikarjuna" userId="cb7b183fc380c5d7" providerId="LiveId" clId="{BD9AC37F-37EB-4ADC-B318-5784C8CE745D}" dt="2025-11-28T08:47:35.943" v="0"/>
          <ac:spMkLst>
            <pc:docMk/>
            <pc:sldMk cId="549091226" sldId="258"/>
            <ac:spMk id="2" creationId="{3CFC17D4-B9BE-B4F7-6E44-35038C031DD8}"/>
          </ac:spMkLst>
        </pc:spChg>
        <pc:spChg chg="mod">
          <ac:chgData name="Annem Mallikarjuna" userId="cb7b183fc380c5d7" providerId="LiveId" clId="{BD9AC37F-37EB-4ADC-B318-5784C8CE745D}" dt="2025-11-28T08:47:35.943" v="0"/>
          <ac:spMkLst>
            <pc:docMk/>
            <pc:sldMk cId="549091226" sldId="258"/>
            <ac:spMk id="3" creationId="{2576E8F5-6D7A-66C8-242F-87320D6C3F52}"/>
          </ac:spMkLst>
        </pc:spChg>
      </pc:sldChg>
      <pc:sldChg chg="modSp">
        <pc:chgData name="Annem Mallikarjuna" userId="cb7b183fc380c5d7" providerId="LiveId" clId="{BD9AC37F-37EB-4ADC-B318-5784C8CE745D}" dt="2025-11-28T08:47:35.943" v="0"/>
        <pc:sldMkLst>
          <pc:docMk/>
          <pc:sldMk cId="4074088665" sldId="259"/>
        </pc:sldMkLst>
        <pc:spChg chg="mod">
          <ac:chgData name="Annem Mallikarjuna" userId="cb7b183fc380c5d7" providerId="LiveId" clId="{BD9AC37F-37EB-4ADC-B318-5784C8CE745D}" dt="2025-11-28T08:47:35.943" v="0"/>
          <ac:spMkLst>
            <pc:docMk/>
            <pc:sldMk cId="4074088665" sldId="259"/>
            <ac:spMk id="2" creationId="{A96CBAE5-82E8-1ED1-6586-C22533F757AD}"/>
          </ac:spMkLst>
        </pc:spChg>
        <pc:spChg chg="mod">
          <ac:chgData name="Annem Mallikarjuna" userId="cb7b183fc380c5d7" providerId="LiveId" clId="{BD9AC37F-37EB-4ADC-B318-5784C8CE745D}" dt="2025-11-28T08:47:35.943" v="0"/>
          <ac:spMkLst>
            <pc:docMk/>
            <pc:sldMk cId="4074088665" sldId="259"/>
            <ac:spMk id="3" creationId="{B898F463-B33A-0E3C-D03D-40909CEBD206}"/>
          </ac:spMkLst>
        </pc:spChg>
      </pc:sldChg>
      <pc:sldChg chg="modSp">
        <pc:chgData name="Annem Mallikarjuna" userId="cb7b183fc380c5d7" providerId="LiveId" clId="{BD9AC37F-37EB-4ADC-B318-5784C8CE745D}" dt="2025-11-28T08:47:35.943" v="0"/>
        <pc:sldMkLst>
          <pc:docMk/>
          <pc:sldMk cId="3551341326" sldId="260"/>
        </pc:sldMkLst>
        <pc:spChg chg="mod">
          <ac:chgData name="Annem Mallikarjuna" userId="cb7b183fc380c5d7" providerId="LiveId" clId="{BD9AC37F-37EB-4ADC-B318-5784C8CE745D}" dt="2025-11-28T08:47:35.943" v="0"/>
          <ac:spMkLst>
            <pc:docMk/>
            <pc:sldMk cId="3551341326" sldId="260"/>
            <ac:spMk id="2" creationId="{C41958CA-612F-039E-45A2-0FB8388D70E6}"/>
          </ac:spMkLst>
        </pc:spChg>
        <pc:spChg chg="mod">
          <ac:chgData name="Annem Mallikarjuna" userId="cb7b183fc380c5d7" providerId="LiveId" clId="{BD9AC37F-37EB-4ADC-B318-5784C8CE745D}" dt="2025-11-28T08:47:35.943" v="0"/>
          <ac:spMkLst>
            <pc:docMk/>
            <pc:sldMk cId="3551341326" sldId="260"/>
            <ac:spMk id="3" creationId="{35C14B89-8C4F-0A45-132E-9557E3C3A2FB}"/>
          </ac:spMkLst>
        </pc:spChg>
      </pc:sldChg>
      <pc:sldChg chg="modSp">
        <pc:chgData name="Annem Mallikarjuna" userId="cb7b183fc380c5d7" providerId="LiveId" clId="{BD9AC37F-37EB-4ADC-B318-5784C8CE745D}" dt="2025-11-28T08:47:35.943" v="0"/>
        <pc:sldMkLst>
          <pc:docMk/>
          <pc:sldMk cId="2378882936" sldId="261"/>
        </pc:sldMkLst>
        <pc:spChg chg="mod">
          <ac:chgData name="Annem Mallikarjuna" userId="cb7b183fc380c5d7" providerId="LiveId" clId="{BD9AC37F-37EB-4ADC-B318-5784C8CE745D}" dt="2025-11-28T08:47:35.943" v="0"/>
          <ac:spMkLst>
            <pc:docMk/>
            <pc:sldMk cId="2378882936" sldId="261"/>
            <ac:spMk id="2" creationId="{CE704497-B42E-0635-E4E4-18BF885D4696}"/>
          </ac:spMkLst>
        </pc:spChg>
        <pc:spChg chg="mod">
          <ac:chgData name="Annem Mallikarjuna" userId="cb7b183fc380c5d7" providerId="LiveId" clId="{BD9AC37F-37EB-4ADC-B318-5784C8CE745D}" dt="2025-11-28T08:47:35.943" v="0"/>
          <ac:spMkLst>
            <pc:docMk/>
            <pc:sldMk cId="2378882936" sldId="261"/>
            <ac:spMk id="3" creationId="{1EB8A175-B1C4-5030-8B15-CE4F4F46935D}"/>
          </ac:spMkLst>
        </pc:spChg>
      </pc:sldChg>
      <pc:sldChg chg="modSp mod">
        <pc:chgData name="Annem Mallikarjuna" userId="cb7b183fc380c5d7" providerId="LiveId" clId="{BD9AC37F-37EB-4ADC-B318-5784C8CE745D}" dt="2025-11-28T08:47:36.366" v="3" actId="27636"/>
        <pc:sldMkLst>
          <pc:docMk/>
          <pc:sldMk cId="2618602457" sldId="262"/>
        </pc:sldMkLst>
        <pc:spChg chg="mod">
          <ac:chgData name="Annem Mallikarjuna" userId="cb7b183fc380c5d7" providerId="LiveId" clId="{BD9AC37F-37EB-4ADC-B318-5784C8CE745D}" dt="2025-11-28T08:47:36.366" v="3" actId="27636"/>
          <ac:spMkLst>
            <pc:docMk/>
            <pc:sldMk cId="2618602457" sldId="262"/>
            <ac:spMk id="2" creationId="{64749B4C-2E8A-9D7B-9F79-19931345886F}"/>
          </ac:spMkLst>
        </pc:spChg>
        <pc:spChg chg="mod">
          <ac:chgData name="Annem Mallikarjuna" userId="cb7b183fc380c5d7" providerId="LiveId" clId="{BD9AC37F-37EB-4ADC-B318-5784C8CE745D}" dt="2025-11-28T08:47:35.943" v="0"/>
          <ac:spMkLst>
            <pc:docMk/>
            <pc:sldMk cId="2618602457" sldId="262"/>
            <ac:spMk id="3" creationId="{4ED0DB4F-9E57-5E2A-D026-7CE557BD54BA}"/>
          </ac:spMkLst>
        </pc:spChg>
      </pc:sldChg>
      <pc:sldChg chg="modSp">
        <pc:chgData name="Annem Mallikarjuna" userId="cb7b183fc380c5d7" providerId="LiveId" clId="{BD9AC37F-37EB-4ADC-B318-5784C8CE745D}" dt="2025-11-28T08:47:35.943" v="0"/>
        <pc:sldMkLst>
          <pc:docMk/>
          <pc:sldMk cId="3177582287" sldId="263"/>
        </pc:sldMkLst>
        <pc:spChg chg="mod">
          <ac:chgData name="Annem Mallikarjuna" userId="cb7b183fc380c5d7" providerId="LiveId" clId="{BD9AC37F-37EB-4ADC-B318-5784C8CE745D}" dt="2025-11-28T08:47:35.943" v="0"/>
          <ac:spMkLst>
            <pc:docMk/>
            <pc:sldMk cId="3177582287" sldId="263"/>
            <ac:spMk id="2" creationId="{39956B97-EF83-3516-6853-3510313D25A6}"/>
          </ac:spMkLst>
        </pc:spChg>
        <pc:spChg chg="mod">
          <ac:chgData name="Annem Mallikarjuna" userId="cb7b183fc380c5d7" providerId="LiveId" clId="{BD9AC37F-37EB-4ADC-B318-5784C8CE745D}" dt="2025-11-28T08:47:35.943" v="0"/>
          <ac:spMkLst>
            <pc:docMk/>
            <pc:sldMk cId="3177582287" sldId="263"/>
            <ac:spMk id="3" creationId="{C3BABE80-C92E-D2D3-7CC4-08F84891A5B1}"/>
          </ac:spMkLst>
        </pc:spChg>
      </pc:sldChg>
      <pc:sldChg chg="modSp">
        <pc:chgData name="Annem Mallikarjuna" userId="cb7b183fc380c5d7" providerId="LiveId" clId="{BD9AC37F-37EB-4ADC-B318-5784C8CE745D}" dt="2025-11-28T08:47:35.943" v="0"/>
        <pc:sldMkLst>
          <pc:docMk/>
          <pc:sldMk cId="4086163289" sldId="264"/>
        </pc:sldMkLst>
        <pc:spChg chg="mod">
          <ac:chgData name="Annem Mallikarjuna" userId="cb7b183fc380c5d7" providerId="LiveId" clId="{BD9AC37F-37EB-4ADC-B318-5784C8CE745D}" dt="2025-11-28T08:47:35.943" v="0"/>
          <ac:spMkLst>
            <pc:docMk/>
            <pc:sldMk cId="4086163289" sldId="264"/>
            <ac:spMk id="2" creationId="{094B63CA-B4BE-2161-4D94-FE1F256EFE72}"/>
          </ac:spMkLst>
        </pc:spChg>
        <pc:spChg chg="mod">
          <ac:chgData name="Annem Mallikarjuna" userId="cb7b183fc380c5d7" providerId="LiveId" clId="{BD9AC37F-37EB-4ADC-B318-5784C8CE745D}" dt="2025-11-28T08:47:35.943" v="0"/>
          <ac:spMkLst>
            <pc:docMk/>
            <pc:sldMk cId="4086163289" sldId="264"/>
            <ac:spMk id="3" creationId="{0C36E683-7FC3-AC0A-DB60-79570C469DBF}"/>
          </ac:spMkLst>
        </pc:spChg>
      </pc:sldChg>
      <pc:sldChg chg="modSp">
        <pc:chgData name="Annem Mallikarjuna" userId="cb7b183fc380c5d7" providerId="LiveId" clId="{BD9AC37F-37EB-4ADC-B318-5784C8CE745D}" dt="2025-11-28T08:47:35.943" v="0"/>
        <pc:sldMkLst>
          <pc:docMk/>
          <pc:sldMk cId="3703294273" sldId="265"/>
        </pc:sldMkLst>
        <pc:spChg chg="mod">
          <ac:chgData name="Annem Mallikarjuna" userId="cb7b183fc380c5d7" providerId="LiveId" clId="{BD9AC37F-37EB-4ADC-B318-5784C8CE745D}" dt="2025-11-28T08:47:35.943" v="0"/>
          <ac:spMkLst>
            <pc:docMk/>
            <pc:sldMk cId="3703294273" sldId="265"/>
            <ac:spMk id="2" creationId="{6716A76B-0BDE-63E2-7521-DB3817B4A41B}"/>
          </ac:spMkLst>
        </pc:spChg>
        <pc:spChg chg="mod">
          <ac:chgData name="Annem Mallikarjuna" userId="cb7b183fc380c5d7" providerId="LiveId" clId="{BD9AC37F-37EB-4ADC-B318-5784C8CE745D}" dt="2025-11-28T08:47:35.943" v="0"/>
          <ac:spMkLst>
            <pc:docMk/>
            <pc:sldMk cId="3703294273" sldId="265"/>
            <ac:spMk id="3" creationId="{BF5B1830-0F29-C2C1-9C49-CDEDAC2331D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FDDA87E5-E2AF-4F32-B5A6-4C5C7C24B921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76CB31B-4E56-49AC-A9F6-BD90F617FDE1}" type="slidenum">
              <a:rPr lang="en-IN" smtClean="0"/>
              <a:t>‹#›</a:t>
            </a:fld>
            <a:endParaRPr lang="en-IN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42110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A87E5-E2AF-4F32-B5A6-4C5C7C24B921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CB31B-4E56-49AC-A9F6-BD90F617FD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7148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A87E5-E2AF-4F32-B5A6-4C5C7C24B921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CB31B-4E56-49AC-A9F6-BD90F617FD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3396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A87E5-E2AF-4F32-B5A6-4C5C7C24B921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CB31B-4E56-49AC-A9F6-BD90F617FD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928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A87E5-E2AF-4F32-B5A6-4C5C7C24B921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CB31B-4E56-49AC-A9F6-BD90F617FD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9839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A87E5-E2AF-4F32-B5A6-4C5C7C24B921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CB31B-4E56-49AC-A9F6-BD90F617FD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8041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A87E5-E2AF-4F32-B5A6-4C5C7C24B921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CB31B-4E56-49AC-A9F6-BD90F617FD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877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A87E5-E2AF-4F32-B5A6-4C5C7C24B921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CB31B-4E56-49AC-A9F6-BD90F617FD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2780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A87E5-E2AF-4F32-B5A6-4C5C7C24B921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CB31B-4E56-49AC-A9F6-BD90F617FD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8839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A87E5-E2AF-4F32-B5A6-4C5C7C24B921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CB31B-4E56-49AC-A9F6-BD90F617FD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2097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A87E5-E2AF-4F32-B5A6-4C5C7C24B921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CB31B-4E56-49AC-A9F6-BD90F617FD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6450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A87E5-E2AF-4F32-B5A6-4C5C7C24B921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CB31B-4E56-49AC-A9F6-BD90F617FDE1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059452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A87E5-E2AF-4F32-B5A6-4C5C7C24B921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CB31B-4E56-49AC-A9F6-BD90F617FD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51157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A87E5-E2AF-4F32-B5A6-4C5C7C24B921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CB31B-4E56-49AC-A9F6-BD90F617FD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5919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A87E5-E2AF-4F32-B5A6-4C5C7C24B921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CB31B-4E56-49AC-A9F6-BD90F617FD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68735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A87E5-E2AF-4F32-B5A6-4C5C7C24B921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CB31B-4E56-49AC-A9F6-BD90F617FD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62703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A87E5-E2AF-4F32-B5A6-4C5C7C24B921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CB31B-4E56-49AC-A9F6-BD90F617FD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93653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7C4C5-B338-49AC-19A0-DF9ABA5E0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55D0B4-AA01-48D2-9E76-BB6FA8C3C6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8EB84-60DC-F4E7-D2C7-BFE04D872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A87E5-E2AF-4F32-B5A6-4C5C7C24B921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441BE4-5B5D-1DF3-6B93-031C499CA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E8CB6-E0EC-4E55-6AE4-67003D8C9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CB31B-4E56-49AC-A9F6-BD90F617FD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070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FDDA87E5-E2AF-4F32-B5A6-4C5C7C24B921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376CB31B-4E56-49AC-A9F6-BD90F617FD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1417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  <p:sldLayoutId id="2147483780" r:id="rId4"/>
    <p:sldLayoutId id="2147483781" r:id="rId5"/>
    <p:sldLayoutId id="2147483782" r:id="rId6"/>
    <p:sldLayoutId id="2147483783" r:id="rId7"/>
    <p:sldLayoutId id="2147483784" r:id="rId8"/>
    <p:sldLayoutId id="2147483785" r:id="rId9"/>
    <p:sldLayoutId id="2147483786" r:id="rId10"/>
    <p:sldLayoutId id="2147483787" r:id="rId11"/>
    <p:sldLayoutId id="2147483788" r:id="rId12"/>
    <p:sldLayoutId id="2147483789" r:id="rId13"/>
    <p:sldLayoutId id="2147483790" r:id="rId14"/>
    <p:sldLayoutId id="2147483791" r:id="rId15"/>
    <p:sldLayoutId id="2147483792" r:id="rId16"/>
    <p:sldLayoutId id="2147483793" r:id="rId17"/>
    <p:sldLayoutId id="2147483794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83A34-E417-4A24-887B-E60F521580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Supply Chain Performance &amp; Insights Dashboard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AE09A9-E9C8-90C9-F9F0-523D132311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15378" y="3996267"/>
            <a:ext cx="6791720" cy="2060404"/>
          </a:xfrm>
        </p:spPr>
        <p:txBody>
          <a:bodyPr>
            <a:normAutofit fontScale="62500" lnSpcReduction="20000"/>
          </a:bodyPr>
          <a:lstStyle/>
          <a:p>
            <a:r>
              <a:rPr lang="en-IN" dirty="0"/>
              <a:t>Team Members:</a:t>
            </a:r>
          </a:p>
          <a:p>
            <a:r>
              <a:rPr lang="en-IN" dirty="0"/>
              <a:t>Mallikarjuna</a:t>
            </a:r>
          </a:p>
          <a:p>
            <a:r>
              <a:rPr lang="en-IN" dirty="0"/>
              <a:t>Nikhil</a:t>
            </a:r>
          </a:p>
          <a:p>
            <a:r>
              <a:rPr lang="en-IN" dirty="0"/>
              <a:t>Danesh</a:t>
            </a:r>
          </a:p>
          <a:p>
            <a:r>
              <a:rPr lang="en-IN" dirty="0"/>
              <a:t>Srikar</a:t>
            </a:r>
          </a:p>
        </p:txBody>
      </p:sp>
    </p:spTree>
    <p:extLst>
      <p:ext uri="{BB962C8B-B14F-4D97-AF65-F5344CB8AC3E}">
        <p14:creationId xmlns:p14="http://schemas.microsoft.com/office/powerpoint/2010/main" val="2243613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9B656-A53C-CF5E-C4ED-6B8386A63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Key Performance Indicators (KPIs)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6107E7-5E2E-D269-FE25-07AFF70EEC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Total Revenue: 577.60K</a:t>
            </a:r>
          </a:p>
          <a:p>
            <a:r>
              <a:rPr lang="en-IN" dirty="0"/>
              <a:t>Total Units Sold: 46K</a:t>
            </a:r>
          </a:p>
          <a:p>
            <a:r>
              <a:rPr lang="en-US" dirty="0"/>
              <a:t>Total Stock Levels: 4,777 units</a:t>
            </a:r>
          </a:p>
          <a:p>
            <a:r>
              <a:rPr lang="en-US" dirty="0"/>
              <a:t>Average Lead Time: 17.08 days </a:t>
            </a:r>
          </a:p>
          <a:p>
            <a:r>
              <a:rPr lang="en-US" dirty="0"/>
              <a:t>Average Shipping Time: 5.75 days</a:t>
            </a:r>
          </a:p>
          <a:p>
            <a:r>
              <a:rPr lang="en-US" dirty="0"/>
              <a:t>Average Defect Rate: 2.28%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9406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C17D4-B9BE-B4F7-6E44-35038C031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Product Performance Insights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76E8F5-6D7A-66C8-242F-87320D6C3F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Skincare category generates the highest revenue and units sold.</a:t>
            </a:r>
          </a:p>
          <a:p>
            <a:r>
              <a:rPr lang="en-US" dirty="0"/>
              <a:t>Haircare performs moderately.</a:t>
            </a:r>
          </a:p>
          <a:p>
            <a:r>
              <a:rPr lang="en-US" dirty="0"/>
              <a:t>Cosmetics underperform and require promotional support.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9091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CBAE5-82E8-1ED1-6586-C22533F75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Inventory &amp; Stock Insights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98F463-B33A-0E3C-D03D-40909CEBD2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10 SKUs show very high stock </a:t>
            </a:r>
            <a:r>
              <a:rPr lang="en-US" dirty="0" err="1"/>
              <a:t>levels.Some</a:t>
            </a:r>
            <a:r>
              <a:rPr lang="en-US" dirty="0"/>
              <a:t> SKUs are overstocked, increasing holding cost.</a:t>
            </a:r>
          </a:p>
          <a:p>
            <a:r>
              <a:rPr lang="en-US" dirty="0"/>
              <a:t>High-selling SKUs need better replenishment planning.</a:t>
            </a:r>
          </a:p>
          <a:p>
            <a:r>
              <a:rPr lang="en-US" dirty="0"/>
              <a:t>Stock vs Sales chart highlights potential stock-out risks.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4088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958CA-612F-039E-45A2-0FB8388D7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Supplier Performance Insights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14B89-8C4F-0A45-132E-9557E3C3A2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Supplier 2 has the highest lead time – main source of delay.</a:t>
            </a:r>
          </a:p>
          <a:p>
            <a:r>
              <a:rPr lang="en-US" dirty="0"/>
              <a:t>Supplier 3 shows better manufacturing lead time.</a:t>
            </a:r>
          </a:p>
          <a:p>
            <a:r>
              <a:rPr lang="en-US" dirty="0"/>
              <a:t>Shifting more demand to faster suppliers can reduce total lead time.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1341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04497-B42E-0635-E4E4-18BF885D4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Logistics &amp; Shipping Insights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B8A175-B1C4-5030-8B15-CE4F4F4693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Haircare category has the highest shipping cost.</a:t>
            </a:r>
          </a:p>
          <a:p>
            <a:r>
              <a:rPr lang="en-US" dirty="0"/>
              <a:t>Shipping time is generally efficient (average ~5.75 days).</a:t>
            </a:r>
          </a:p>
          <a:p>
            <a:r>
              <a:rPr lang="en-US" dirty="0"/>
              <a:t>Transport mode and route optimization can further reduce cost.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8882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49B4C-2E8A-9D7B-9F79-199313458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/>
              <a:t>Location-wise Revenue Contribution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0DB4F-9E57-5E2A-D026-7CE557BD54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Mumbai and Delhi contribute the highest share of revenue.</a:t>
            </a:r>
          </a:p>
          <a:p>
            <a:r>
              <a:rPr lang="en-US" dirty="0"/>
              <a:t>Kolkata, Chennai and Bangalore show growing potential.</a:t>
            </a:r>
          </a:p>
          <a:p>
            <a:r>
              <a:rPr lang="en-US" dirty="0"/>
              <a:t>Targeted campaigns can increase share from lower-performing cities.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8602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56B97-EF83-3516-6853-3510313D2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Pricing Strategy Insights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BABE80-C92E-D2D3-7CC4-08F84891A5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Higher-priced Skincare products still lead in demand.</a:t>
            </a:r>
          </a:p>
          <a:p>
            <a:r>
              <a:rPr lang="en-US" dirty="0"/>
              <a:t>Cosmetics show low demand despite lower price – not highly price-sensitive.</a:t>
            </a:r>
          </a:p>
          <a:p>
            <a:r>
              <a:rPr lang="en-US" dirty="0"/>
              <a:t>Value-based pricing is working for Skincare segment.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7582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B63CA-B4BE-2161-4D94-FE1F256EF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Key Recommendations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36E683-7FC3-AC0A-DB60-79570C469D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Reduce dependency on Supplier 2 and prioritize faster suppliers.</a:t>
            </a:r>
          </a:p>
          <a:p>
            <a:r>
              <a:rPr lang="en-US" dirty="0"/>
              <a:t>Reduce overstocked SKUs and increase safety stock for high-demand SKUs.</a:t>
            </a:r>
          </a:p>
          <a:p>
            <a:r>
              <a:rPr lang="en-US" dirty="0"/>
              <a:t>Optimize shipping strategy for Haircare to reduce logistics cost.</a:t>
            </a:r>
          </a:p>
          <a:p>
            <a:r>
              <a:rPr lang="en-US" dirty="0"/>
              <a:t>Run promotional campaigns to boost Cosmetics sales.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6163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6A76B-0BDE-63E2-7521-DB3817B4A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5B1830-0F29-C2C1-9C49-CDEDAC2331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Overall supply chain performance is strong, driven by the Skincare segment.</a:t>
            </a:r>
          </a:p>
          <a:p>
            <a:r>
              <a:rPr lang="en-US" dirty="0"/>
              <a:t>Key improvement areas are supplier efficiency, inventory balance and logistics cost.</a:t>
            </a:r>
          </a:p>
          <a:p>
            <a:r>
              <a:rPr lang="en-US" dirty="0"/>
              <a:t>Implementing the recommended actions will improve profitability and service levels.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329427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6</TotalTime>
  <Words>324</Words>
  <Application>Microsoft Office PowerPoint</Application>
  <PresentationFormat>Widescreen</PresentationFormat>
  <Paragraphs>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Impact</vt:lpstr>
      <vt:lpstr>Main Event</vt:lpstr>
      <vt:lpstr>Supply Chain Performance &amp; Insights Dashboard</vt:lpstr>
      <vt:lpstr>Key Performance Indicators (KPIs)</vt:lpstr>
      <vt:lpstr>Product Performance Insights</vt:lpstr>
      <vt:lpstr>Inventory &amp; Stock Insights</vt:lpstr>
      <vt:lpstr>Supplier Performance Insights</vt:lpstr>
      <vt:lpstr>Logistics &amp; Shipping Insights</vt:lpstr>
      <vt:lpstr>Location-wise Revenue Contribution</vt:lpstr>
      <vt:lpstr>Pricing Strategy Insights</vt:lpstr>
      <vt:lpstr>Key 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Annem Mallikarjuna</dc:creator>
  <cp:lastModifiedBy>Annem Mallikarjuna</cp:lastModifiedBy>
  <cp:revision>1</cp:revision>
  <dcterms:created xsi:type="dcterms:W3CDTF">2025-11-28T08:41:14Z</dcterms:created>
  <dcterms:modified xsi:type="dcterms:W3CDTF">2025-11-28T08:47:44Z</dcterms:modified>
</cp:coreProperties>
</file>